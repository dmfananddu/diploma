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1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80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78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32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70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38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5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71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92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81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1A437-498F-4884-B5EC-2C255DAAB95D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045A2-0FE7-44D5-9107-015904EEC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9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22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000" indent="-342000">
              <a:lnSpc>
                <a:spcPct val="130000"/>
              </a:lnSpc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Предоставление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синтаксического анализа текста на русском языке и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построения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структуры, которая отражает синтаксическую структуру входной последовательности, без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проведения сколь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угодно простого семантического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анализа;</a:t>
            </a:r>
          </a:p>
          <a:p>
            <a:pPr marL="342000" indent="-342000">
              <a:lnSpc>
                <a:spcPct val="130000"/>
              </a:lnSpc>
              <a:buFont typeface="Times New Roman" panose="02020603050405020304" pitchFamily="18" charset="0"/>
              <a:buChar char="–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возможности консольной визуализации метаграфа-результата синтаксического разбора предложений текста.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32680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алгоритма фрагментации сложных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предложений;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алгоритма поиска грамматической основы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предложения;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структуры правил выделения синтаксических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конструкций;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алгоритма применения правил для построения синтаксических групп (СГ) на фрагментах простых предложений в составе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сложных;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структуры синтаксического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метаграфа;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алгоритма построения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метаграфа;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консольной визуализации метаграфа.</a:t>
            </a:r>
            <a:endParaRPr lang="ru-RU" sz="20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6106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</Words>
  <Application>Microsoft Office PowerPoint</Application>
  <PresentationFormat>Широкоэкранный</PresentationFormat>
  <Paragraphs>11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Цели</vt:lpstr>
      <vt:lpstr>Задачи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Артем Фадеев</dc:creator>
  <cp:lastModifiedBy>Артем Фадеев</cp:lastModifiedBy>
  <cp:revision>11</cp:revision>
  <dcterms:created xsi:type="dcterms:W3CDTF">2020-06-15T18:49:41Z</dcterms:created>
  <dcterms:modified xsi:type="dcterms:W3CDTF">2020-06-21T09:07:28Z</dcterms:modified>
</cp:coreProperties>
</file>